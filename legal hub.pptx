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74" r:id="rId3"/>
    <p:sldId id="275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3" r:id="rId18"/>
    <p:sldId id="276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EB0E30-30F7-42E2-B1DC-D60493FBF36F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9B34C5-803D-4DD1-B295-26070DE974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7620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18F1A-BB67-724F-09B8-0E3540A7A3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D585B8-3F32-C515-BD0B-E93D736152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51D78E-9342-4FF6-19A1-95F5D4879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21A2F-EB47-49F8-A724-701D080EA94C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B7BDF0-15A1-2E51-E54B-C99A99F26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4B7ECF-B600-4F1E-13AF-047CCAD32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14429-B728-4466-B773-BE2CA743B4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0508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5183B-3EE0-6A33-D1A4-0DEF8E24E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13F0DB-1520-EBDB-322F-CB471C0DF0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52817B-F5D5-264B-2D4A-471E75F61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21A2F-EB47-49F8-A724-701D080EA94C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2C7D7A-B08D-C116-A411-CBE26A8AB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44AC1A-FC71-3547-2EAD-845FF31E4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14429-B728-4466-B773-BE2CA743B4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9476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6279C-1E3A-D21E-FF2A-9EC98C72B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FBD31A-945B-7920-76CF-38402A5615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145102-0AF6-BC96-C5BE-C8E99BE11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21A2F-EB47-49F8-A724-701D080EA94C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987D72-2182-2E6F-68BF-CF6E336FD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2F0DCA-02B3-2726-C703-21AF8C066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14429-B728-4466-B773-BE2CA743B4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83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32348-5614-5AA8-D269-E1118D9D7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562AD5-B662-E0CF-9CC7-BBBA44A57C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61D06F-4DC1-7A7D-EF1C-E56504C5F6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6F7112-B583-2D86-FC17-1B2847E8D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21A2F-EB47-49F8-A724-701D080EA94C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6A800A-95C8-9F2D-6142-3375FD43D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5A704E-EAF3-C879-0C79-1D52CBA8B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14429-B728-4466-B773-BE2CA743B4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9186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73F94-7CB8-BA91-6C41-1AEF8FA2D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ED1B7D-7D5B-54A7-9737-8669C39FC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14A46C-09EF-DF09-24AA-F442E54C47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817E68-A227-3E78-6571-E41B033196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7B1028-9D35-D5DF-4992-3D58200E7E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FF4F5A-29FB-469C-8640-F3FB8A4DA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21A2F-EB47-49F8-A724-701D080EA94C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A02BCA-82FF-0779-13BB-E9E243D25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14BC5C-ECBD-D026-9AD3-5A51931C9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14429-B728-4466-B773-BE2CA743B4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862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DC5DB-4FD3-58FC-E088-C1DB4B940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E013C4-8192-7B93-5D57-DDDA345BC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21A2F-EB47-49F8-A724-701D080EA94C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FD4DFC-F7DB-89CD-7EC4-F9D3CA900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8382B1-E728-3A9D-AAA8-573B19342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14429-B728-4466-B773-BE2CA743B4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980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E3F17C-AF14-9CD0-8189-6F18F4377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21A2F-EB47-49F8-A724-701D080EA94C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161CBD-16E1-1004-454B-F21E96104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9971BE-BA33-6466-038A-03737DDC2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14429-B728-4466-B773-BE2CA743B4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602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96588-0058-E5C0-BB66-118044061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9A036-25F7-AD89-C2BA-08197AE54D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7E384A-6FEF-57F3-D912-A7C4A33591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650D31-D281-B3AE-8194-96F9C9681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21A2F-EB47-49F8-A724-701D080EA94C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F01B6A-BBB3-91F0-7F51-EC0B7A924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913578-AAD9-C0AE-2E4D-64398C076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14429-B728-4466-B773-BE2CA743B4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2400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0BC36-FEC9-9E93-E3EE-FEDB9602B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1DB5A0-D9FD-EFF4-7F7B-5FE8CE7398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58E613-D7C4-7378-6A49-9E949A7B33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C74B71-4541-C40D-7175-998989732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21A2F-EB47-49F8-A724-701D080EA94C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09B452-3781-6593-A966-766C30B7D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BB61A8-3C52-90EC-4066-CD3415556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14429-B728-4466-B773-BE2CA743B4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720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D4DF8-0995-0A11-465F-3E6939E2A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EE6103-E81B-F647-CFB3-19A77BB439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354FE-68BB-8E0B-52D2-F93B7C06E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21A2F-EB47-49F8-A724-701D080EA94C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3C4DE4-D773-7F15-3140-46ECB1A33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EA0378-C7A7-F034-0AFC-436A058F3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14429-B728-4466-B773-BE2CA743B4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533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983639-0A54-1874-B78E-C33DDA1436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A49FBD-83DD-1729-C026-C0608D3B26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A76332-531B-2206-9279-5006DB795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21A2F-EB47-49F8-A724-701D080EA94C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8EAC12-3B21-9043-6AB0-96B621474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20878C-D48B-76AB-CF62-0CEC3FAB9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14429-B728-4466-B773-BE2CA743B4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241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A01FAA-4906-8759-7274-D35429B94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E7B2FF-BE3C-1111-74BC-18CB27386A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6F72F9-78D2-A6CC-EC78-1B94AB5258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621A2F-EB47-49F8-A724-701D080EA94C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80EB38-52FC-5BE4-04F4-191A841F6E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7849A8-6871-AEAF-95F1-3C8AA282CB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D14429-B728-4466-B773-BE2CA743B4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923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mailto:h3malek@gmail.com" TargetMode="Externa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4CB145E-7ECA-1CD6-C703-82B0CF07A0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9" y="-18199"/>
            <a:ext cx="12183091" cy="6876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412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2F1E93D1-22E6-DFF5-644F-731A6B0253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08" y="658640"/>
            <a:ext cx="12022183" cy="5540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8602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E397A09B-3572-AEF3-B9F0-0AC1735EDF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9175"/>
            <a:ext cx="12192000" cy="6699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6214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A06DEF3-BE6F-BDB9-6F26-E8C3454554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21" y="0"/>
            <a:ext cx="121077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7827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B694420-B47E-16B4-59A0-C33721BED4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72" y="0"/>
            <a:ext cx="1210305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6046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4BFB3B-A041-7ACC-2553-2A2CBE347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erson talking on a cell phone&#10;&#10;AI-generated content may be incorrect.">
            <a:extLst>
              <a:ext uri="{FF2B5EF4-FFF2-40B4-BE49-F238E27FC236}">
                <a16:creationId xmlns:a16="http://schemas.microsoft.com/office/drawing/2014/main" id="{10CC04DE-E6A0-7FF6-1BEF-199D99DE70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066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8200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813CCE-0948-F65E-A091-E45B037BE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B76B00D-39D6-102A-921B-2834AD7FE0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19" y="0"/>
            <a:ext cx="121205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8670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82D7C-A36D-FAF8-5BAC-B07AAC4A0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FF71D3D-C604-84D8-7149-937EFDC83D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4437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6697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D5A93-4A23-7A83-3903-37C34EFB6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686142C-FFE2-078E-FBAC-3124B43B1A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70" y="0"/>
            <a:ext cx="1210165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5440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45003-2021-9763-62BD-356DDC867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omputer screen with a calendar&#10;&#10;AI-generated content may be incorrect.">
            <a:extLst>
              <a:ext uri="{FF2B5EF4-FFF2-40B4-BE49-F238E27FC236}">
                <a16:creationId xmlns:a16="http://schemas.microsoft.com/office/drawing/2014/main" id="{8EF52AF4-3985-5ACB-FBBB-0C95A4B846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389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8342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A46132-36BF-E162-2104-02BDE5BE4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09AA7DD-D9DF-7656-682D-9920CA6EC5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693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55584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ED04B-0B60-B8F6-F76F-E534AFFD3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erson sitting at a desk using a computer&#10;&#10;AI-generated content may be incorrect.">
            <a:extLst>
              <a:ext uri="{FF2B5EF4-FFF2-40B4-BE49-F238E27FC236}">
                <a16:creationId xmlns:a16="http://schemas.microsoft.com/office/drawing/2014/main" id="{A7205017-E116-016A-AAE4-4A7FD677D5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062" y="6965"/>
            <a:ext cx="11953875" cy="6851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0360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A6C07-4E3F-CD23-651F-50AA1763A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and white squares with white squares with blue dots&#10;&#10;AI-generated content may be incorrect.">
            <a:extLst>
              <a:ext uri="{FF2B5EF4-FFF2-40B4-BE49-F238E27FC236}">
                <a16:creationId xmlns:a16="http://schemas.microsoft.com/office/drawing/2014/main" id="{2DA127E5-7C1D-01C6-61D5-37617080DA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69" y="0"/>
            <a:ext cx="1210586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3538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4BA30-9724-CE56-52AD-D5B4A874C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47C32F6-A9CC-CFD2-FA19-173CF11B73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25" y="0"/>
            <a:ext cx="120967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7931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7F91FD-4622-8BFC-BAE3-DEB46C707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376CAB9-37DC-5E92-C99D-93DC928BEF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65" y="0"/>
            <a:ext cx="12068269" cy="6848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0380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BD7DE-CFDC-FE04-018E-FF6EF00CD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and white background with white squares and blue dots&#10;&#10;AI-generated content may be incorrect.">
            <a:extLst>
              <a:ext uri="{FF2B5EF4-FFF2-40B4-BE49-F238E27FC236}">
                <a16:creationId xmlns:a16="http://schemas.microsoft.com/office/drawing/2014/main" id="{E3CC61FF-6C03-DA3E-640F-D69257A9E5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78" y="0"/>
            <a:ext cx="121134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8783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EB7F65-D857-E646-3828-2984E270C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A14ECBF-50F7-8116-5038-5F92D29428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3026" y="4572264"/>
            <a:ext cx="5165506" cy="2285735"/>
          </a:xfrm>
          <a:prstGeom prst="rect">
            <a:avLst/>
          </a:prstGeom>
        </p:spPr>
      </p:pic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7C63D51-97EF-D86E-601F-04A17133EF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393" y="0"/>
            <a:ext cx="11382139" cy="4467489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AA83A3C-B271-DCAD-7937-7AC02132FB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393" y="4572264"/>
            <a:ext cx="5565727" cy="2200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4850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F8B06040-15CD-79C9-6937-C251A23C30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512" y="183704"/>
            <a:ext cx="10848975" cy="5792564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00F096-72F3-ECE1-0756-70F661D74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12745" y="6083930"/>
            <a:ext cx="4640655" cy="637546"/>
          </a:xfrm>
        </p:spPr>
        <p:txBody>
          <a:bodyPr/>
          <a:lstStyle/>
          <a:p>
            <a:r>
              <a:rPr lang="en-US" dirty="0"/>
              <a:t>Email : </a:t>
            </a:r>
            <a:r>
              <a:rPr lang="en-US" dirty="0">
                <a:hlinkClick r:id="rId3"/>
              </a:rPr>
              <a:t>h3malek@gmail.com</a:t>
            </a:r>
            <a:endParaRPr lang="en-US" dirty="0"/>
          </a:p>
          <a:p>
            <a:r>
              <a:rPr lang="en-US" dirty="0"/>
              <a:t>Mobile : +2010 135 41 925</a:t>
            </a:r>
          </a:p>
        </p:txBody>
      </p:sp>
    </p:spTree>
    <p:extLst>
      <p:ext uri="{BB962C8B-B14F-4D97-AF65-F5344CB8AC3E}">
        <p14:creationId xmlns:p14="http://schemas.microsoft.com/office/powerpoint/2010/main" val="32731689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14</Words>
  <Application>Microsoft Office PowerPoint</Application>
  <PresentationFormat>Widescreen</PresentationFormat>
  <Paragraphs>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hesham malek</dc:creator>
  <cp:lastModifiedBy>hesham malek</cp:lastModifiedBy>
  <cp:revision>1</cp:revision>
  <dcterms:created xsi:type="dcterms:W3CDTF">2025-11-19T15:27:06Z</dcterms:created>
  <dcterms:modified xsi:type="dcterms:W3CDTF">2025-11-19T17:11:48Z</dcterms:modified>
</cp:coreProperties>
</file>